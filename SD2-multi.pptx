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2C3CBA-2AD3-47C3-B17D-56BDC4987C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23BFB6-F7AE-4745-9F90-B205C380FF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C9EC5F7-0B83-4CF0-B323-9BC42B675277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" descr=""/>
          <p:cNvPicPr/>
          <p:nvPr/>
        </p:nvPicPr>
        <p:blipFill>
          <a:blip r:embed="rId1"/>
          <a:srcRect l="33654" t="31478" r="19913" b="24068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" descr=""/>
          <p:cNvPicPr/>
          <p:nvPr/>
        </p:nvPicPr>
        <p:blipFill>
          <a:blip r:embed="rId1"/>
          <a:srcRect l="33654" t="31473" r="19913" b="24068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" descr=""/>
          <p:cNvPicPr/>
          <p:nvPr/>
        </p:nvPicPr>
        <p:blipFill>
          <a:blip r:embed="rId1"/>
          <a:srcRect l="33654" t="31478" r="19913" b="24068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" descr=""/>
          <p:cNvPicPr/>
          <p:nvPr/>
        </p:nvPicPr>
        <p:blipFill>
          <a:blip r:embed="rId1"/>
          <a:srcRect l="33654" t="31478" r="19913" b="24068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" descr=""/>
          <p:cNvPicPr/>
          <p:nvPr/>
        </p:nvPicPr>
        <p:blipFill>
          <a:blip r:embed="rId1"/>
          <a:srcRect l="33654" t="31478" r="19913" b="24068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" name="" descr=""/>
          <p:cNvPicPr/>
          <p:nvPr/>
        </p:nvPicPr>
        <p:blipFill>
          <a:blip r:embed="rId1"/>
          <a:srcRect l="33654" t="31478" r="19913" b="24068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" descr=""/>
          <p:cNvPicPr/>
          <p:nvPr/>
        </p:nvPicPr>
        <p:blipFill>
          <a:blip r:embed="rId1"/>
          <a:srcRect l="33654" t="30428" r="19913" b="25118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LibreOffice/25.2.2.2$Linux_X86_64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2026-05-12T18:53:59Z</dcterms:created>
  <dc:creator/>
  <dc:description/>
  <dc:language>ru-RU</dc:language>
  <cp:lastModifiedBy/>
  <dcterms:modified xsi:type="dcterms:W3CDTF">2026-05-12T19:06:04Z</dcterms:modified>
  <cp:revision>1</cp:revision>
  <dc:subject/>
  <dc:title/>
</cp:coreProperties>
</file>